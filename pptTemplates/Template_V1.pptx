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9B10-A730-CB6C-8CC9-CC438C2CD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E1666-98ED-5E91-B819-D19410C7E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637A1-6413-7B5B-CBB9-14637DB4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B86E5-E4FD-E92C-82F9-485F36F4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1C4C4-6D8D-859C-1462-72950588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33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1955-C95E-C46F-B83E-52047392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6F42-30EB-393E-2EF3-153884C88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3F99E-6366-91C9-080C-B9EC672D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BEE01-E55D-DA16-834C-D5D4F3A2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3A8D7-179D-E978-4AAC-8F525070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57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60A2-5294-2175-E50A-508BF1404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FC360-B2FC-1B5C-E509-49B99F42D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E3D8D-1FA2-A12A-D594-5F577981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0BFA7-EF7C-BCE6-77C1-2A929764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786F9-80D6-771D-5868-236AF482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3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E207-61C4-28ED-C41E-1C5C4C1D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7BBE2-479B-1379-B079-7770D78BB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A472C-89E1-72C7-2DD3-61EE51F42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91EC6-DA59-8391-4A9D-0DF6D5CA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C915D-96BF-096B-9EA6-910C2C38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2CB1D-F4BE-F102-08A4-12684E6B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0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91FF-436E-1FCF-77B8-854787AF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67314-12E7-F76A-6F11-2F54C35F3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E1163-1F6E-AEAF-DBD0-4C9EA7256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6F21D-17D8-9A46-643E-E18EFF344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BA584-0AF1-8215-1277-C2DF7C027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2598A6-2047-B44B-0757-7EBCE0CA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57A55-F07B-1805-30F4-E2EA3D19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E8AB1-8A63-1E04-91B0-2F8B68B0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91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8BB9-8B08-DB64-ED25-7CF0705E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8513C-D388-B752-1647-9673AFCA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11B7D-9162-6766-9DB5-415BA7C1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92486-938F-3579-D8E1-BA9F7DCE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427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AE9D41-6839-C480-7B90-ABE5D2F6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12893-A4AB-D37D-49CE-640442ECE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23094-5789-E3A9-BFCB-703D8F48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15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7C3-7220-7854-067C-50A793D7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D89EC-936F-38D9-782F-79C5C58F8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577E5-28C3-FEE4-FD55-D6D8C4047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C8725-A729-23E3-372B-6D352F8A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4EA31-2440-3A39-73B3-E3C02F629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A6378-A200-86E9-F78D-D90AAF9C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86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A9CF-BC7F-83F6-EED1-BB39D6D31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B87F9-8D34-2AC1-732C-03CC7DB85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0AB7A-2AC6-2A98-9988-9BFBEB292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D95A7-E341-EE1D-D4A7-01654A40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09BEA-A2F8-C073-2C0D-0BA768832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0445-2E0E-C09D-4642-8371749F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88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9AA6-9CD9-4569-7F54-E6CB78D13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5C561-7D06-41CC-FAD6-1F0144CB2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56CC8-87EC-D7E8-4A55-68CA7DC0E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C3C96-757F-580C-6360-4B63C6B64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C16E-199F-3A13-0484-2D2DB4EF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24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E80795-8CA0-344B-A43B-2C0810659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44654-5ABA-61AF-8064-B439D273B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52754-463C-774A-7674-71FD0D58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78F28-F5AE-9840-6645-F9BAB1845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7C613-3AED-95A7-16E7-8CFFCCE7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42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3CA7B4-75B1-4DC7-9DB7-2EDF5C3C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FAABE-1BB4-EDAC-5E01-B357BA73E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735A7-A5F4-6D86-6B3A-8E5B28E41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AF2C6-1990-4FD8-8942-D365119CA000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D8E3-E153-DBAC-CD1C-1C0754600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09A4B-84FF-59B4-667E-D2F92E6DC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AB2C6-DAC6-49F1-BF58-1B84339C0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89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7AC79A-B1E2-585F-7D24-D61A55C6CEBC}"/>
              </a:ext>
            </a:extLst>
          </p:cNvPr>
          <p:cNvCxnSpPr>
            <a:cxnSpLocks/>
          </p:cNvCxnSpPr>
          <p:nvPr/>
        </p:nvCxnSpPr>
        <p:spPr>
          <a:xfrm>
            <a:off x="0" y="83567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30DD6D-AF12-D909-BFE3-022FF142D2FA}"/>
              </a:ext>
            </a:extLst>
          </p:cNvPr>
          <p:cNvCxnSpPr>
            <a:cxnSpLocks/>
          </p:cNvCxnSpPr>
          <p:nvPr/>
        </p:nvCxnSpPr>
        <p:spPr>
          <a:xfrm>
            <a:off x="0" y="653034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28FDF8-2B0A-66C9-287B-7E6AEECAA9B6}"/>
              </a:ext>
            </a:extLst>
          </p:cNvPr>
          <p:cNvSpPr txBox="1"/>
          <p:nvPr/>
        </p:nvSpPr>
        <p:spPr>
          <a:xfrm>
            <a:off x="11106150" y="64886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F12915-7E35-C78C-98FA-24B90843CBE5}"/>
              </a:ext>
            </a:extLst>
          </p:cNvPr>
          <p:cNvSpPr txBox="1"/>
          <p:nvPr/>
        </p:nvSpPr>
        <p:spPr>
          <a:xfrm>
            <a:off x="5227320" y="0"/>
            <a:ext cx="1737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Title</a:t>
            </a:r>
            <a:endParaRPr lang="en-IN" sz="4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D1B36-2AFD-4A00-7E7D-5947628A72CD}"/>
              </a:ext>
            </a:extLst>
          </p:cNvPr>
          <p:cNvSpPr txBox="1"/>
          <p:nvPr/>
        </p:nvSpPr>
        <p:spPr>
          <a:xfrm>
            <a:off x="327660" y="1215935"/>
            <a:ext cx="3375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Sub Title</a:t>
            </a:r>
            <a:endParaRPr lang="en-IN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2FA6CA-057C-38C2-E474-068599D43A33}"/>
              </a:ext>
            </a:extLst>
          </p:cNvPr>
          <p:cNvSpPr txBox="1"/>
          <p:nvPr/>
        </p:nvSpPr>
        <p:spPr>
          <a:xfrm>
            <a:off x="2697480" y="2932912"/>
            <a:ext cx="568071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My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More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Some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Values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81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Anupam Bhatnagar</dc:creator>
  <cp:lastModifiedBy>Anupam Bhatnagar</cp:lastModifiedBy>
  <cp:revision>4</cp:revision>
  <dcterms:created xsi:type="dcterms:W3CDTF">2026-01-24T16:45:33Z</dcterms:created>
  <dcterms:modified xsi:type="dcterms:W3CDTF">2026-01-24T17:10:02Z</dcterms:modified>
</cp:coreProperties>
</file>